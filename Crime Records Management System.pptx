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20"/>
  </p:notesMasterIdLst>
  <p:handoutMasterIdLst>
    <p:handoutMasterId r:id="rId21"/>
  </p:handoutMasterIdLst>
  <p:sldIdLst>
    <p:sldId id="256" r:id="rId5"/>
    <p:sldId id="264" r:id="rId6"/>
    <p:sldId id="261" r:id="rId7"/>
    <p:sldId id="263" r:id="rId8"/>
    <p:sldId id="265" r:id="rId9"/>
    <p:sldId id="262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6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8" autoAdjust="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11/17/2025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11/17/2025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520" y="4572002"/>
            <a:ext cx="10993549" cy="895244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chemeClr val="bg1"/>
                </a:solidFill>
              </a:rPr>
              <a:t>C</a:t>
            </a:r>
            <a:r>
              <a:rPr lang="en-US" sz="4000" dirty="0">
                <a:solidFill>
                  <a:schemeClr val="bg1"/>
                </a:solidFill>
              </a:rPr>
              <a:t>rime Records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>
            <a:noAutofit/>
          </a:bodyPr>
          <a:lstStyle/>
          <a:p>
            <a:r>
              <a:rPr lang="en-IN" sz="3000" dirty="0">
                <a:solidFill>
                  <a:srgbClr val="7CEBFF"/>
                </a:solidFill>
              </a:rPr>
              <a:t>Using java , </a:t>
            </a:r>
            <a:r>
              <a:rPr lang="en-IN" sz="3000" dirty="0" err="1">
                <a:solidFill>
                  <a:srgbClr val="7CEBFF"/>
                </a:solidFill>
              </a:rPr>
              <a:t>mysql</a:t>
            </a:r>
            <a:r>
              <a:rPr lang="en-IN" sz="3000" dirty="0">
                <a:solidFill>
                  <a:srgbClr val="7CEBFF"/>
                </a:solidFill>
              </a:rPr>
              <a:t>  and hibernate</a:t>
            </a:r>
            <a:endParaRPr lang="en-US" sz="3000" dirty="0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92E4D-9ADA-3B45-2282-4E000D407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68EDC-47E6-4D4C-F5E8-48E33AE7C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20207"/>
          </a:xfrm>
        </p:spPr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36216-4DD4-A99A-DA5E-4DCAD3BEA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041" y="-829993"/>
            <a:ext cx="8619079" cy="9819248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Problem Statement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Abstract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Introduction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System Objectives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Technology Used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Flow of the Project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System Architecture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Modules Description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Database Design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Conclusion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Future Enhancements</a:t>
            </a:r>
          </a:p>
        </p:txBody>
      </p:sp>
    </p:spTree>
    <p:extLst>
      <p:ext uri="{BB962C8B-B14F-4D97-AF65-F5344CB8AC3E}">
        <p14:creationId xmlns:p14="http://schemas.microsoft.com/office/powerpoint/2010/main" val="1599465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CFFF-AC7B-8027-CCA8-43D50FB10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34275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2AA9A-0F9B-9DDB-AABF-41D1A381F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2180489"/>
          </a:xfrm>
        </p:spPr>
        <p:txBody>
          <a:bodyPr/>
          <a:lstStyle/>
          <a:p>
            <a:r>
              <a:rPr lang="en-US" dirty="0"/>
              <a:t>Managing crime records manually leads to data inconsistency, difficulty in retrieval, and lack of security. </a:t>
            </a:r>
          </a:p>
          <a:p>
            <a:r>
              <a:rPr lang="en-US" dirty="0"/>
              <a:t>Law enforcement agencies often deal with a large amount of data such as criminal profiles, victim information, and FIRs, which are typically stored in files or spread sheets.</a:t>
            </a:r>
          </a:p>
          <a:p>
            <a:r>
              <a:rPr lang="en-US" dirty="0"/>
              <a:t>This causes duplication, poor accessibility, and errors in record-keeping.</a:t>
            </a:r>
          </a:p>
        </p:txBody>
      </p:sp>
    </p:spTree>
    <p:extLst>
      <p:ext uri="{BB962C8B-B14F-4D97-AF65-F5344CB8AC3E}">
        <p14:creationId xmlns:p14="http://schemas.microsoft.com/office/powerpoint/2010/main" val="2718270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2E46E-7F33-FFE1-77B4-950071086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4CEE6-7C94-3B96-C050-1B4B0A365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90546"/>
          </a:xfrm>
        </p:spPr>
        <p:txBody>
          <a:bodyPr/>
          <a:lstStyle/>
          <a:p>
            <a:r>
              <a:rPr lang="en-US" dirty="0"/>
              <a:t> 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88544-5D13-75C2-0483-046C28471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083213"/>
            <a:ext cx="11029615" cy="5774788"/>
          </a:xfrm>
        </p:spPr>
        <p:txBody>
          <a:bodyPr/>
          <a:lstStyle/>
          <a:p>
            <a:r>
              <a:rPr lang="en-US" dirty="0"/>
              <a:t>The Crime Records Management System is a console-based Java application developed using Hibernate ORM and MySQL.</a:t>
            </a:r>
          </a:p>
          <a:p>
            <a:r>
              <a:rPr lang="en-US" dirty="0"/>
              <a:t>It provides a digital solution to record, manage, and retrieve crime data effectively.</a:t>
            </a:r>
          </a:p>
          <a:p>
            <a:r>
              <a:rPr lang="en-US" dirty="0"/>
              <a:t>The system includes functionalities for Admins and Officers :  Admins can manage users, crimes, victims, criminals, and FIRs.</a:t>
            </a:r>
          </a:p>
          <a:p>
            <a:r>
              <a:rPr lang="en-US" dirty="0"/>
              <a:t>Officers can view data and file new FIRs.</a:t>
            </a:r>
          </a:p>
          <a:p>
            <a:r>
              <a:rPr lang="en-US" dirty="0"/>
              <a:t>Using Hibernate ORM, the system maps Java classes directly to database tables, ensuring smooth database interaction and minimizing manual SQL code.</a:t>
            </a:r>
          </a:p>
          <a:p>
            <a:r>
              <a:rPr lang="en-US" dirty="0"/>
              <a:t>The project follows a layered architecture (Model–DAO–Service–Controller), making it modular, maintainable, and scalable.</a:t>
            </a:r>
          </a:p>
        </p:txBody>
      </p:sp>
    </p:spTree>
    <p:extLst>
      <p:ext uri="{BB962C8B-B14F-4D97-AF65-F5344CB8AC3E}">
        <p14:creationId xmlns:p14="http://schemas.microsoft.com/office/powerpoint/2010/main" val="3350664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93A3A-F074-113B-91AA-DF0E4411C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0B5DA-8B3A-5B04-2AE3-58EC1DF4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74952"/>
          </a:xfrm>
        </p:spPr>
        <p:txBody>
          <a:bodyPr/>
          <a:lstStyle/>
          <a:p>
            <a:r>
              <a:rPr lang="en-US" dirty="0"/>
              <a:t>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5B379-017C-BA30-C261-358117EBF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99138"/>
            <a:ext cx="11029615" cy="3959661"/>
          </a:xfrm>
        </p:spPr>
        <p:txBody>
          <a:bodyPr/>
          <a:lstStyle/>
          <a:p>
            <a:r>
              <a:rPr lang="en-US" dirty="0"/>
              <a:t>The Crime Records Management System (CRMS) is a Java-based backend application that aims to automate the process of managing criminal records and FIRs.</a:t>
            </a:r>
          </a:p>
          <a:p>
            <a:r>
              <a:rPr lang="en-US" dirty="0"/>
              <a:t>The system reduces manual paperwork, simplifies data access, and ensures security by providing role-based access (Admin / Officer).</a:t>
            </a:r>
          </a:p>
          <a:p>
            <a:r>
              <a:rPr lang="en-US" dirty="0"/>
              <a:t>Administrators can register officers, manage criminal details, victims, crimes, and FIR reports, while officers can file and view FIRs and access relevant records .</a:t>
            </a:r>
          </a:p>
          <a:p>
            <a:r>
              <a:rPr lang="en-US" dirty="0"/>
              <a:t>The project demonstrates the use of modern database management through Hibernate ORM, providing a bridge between Java objects and relational database tables.</a:t>
            </a:r>
          </a:p>
        </p:txBody>
      </p:sp>
    </p:spTree>
    <p:extLst>
      <p:ext uri="{BB962C8B-B14F-4D97-AF65-F5344CB8AC3E}">
        <p14:creationId xmlns:p14="http://schemas.microsoft.com/office/powerpoint/2010/main" val="2993028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13C27-2F57-77B8-7D30-AEFB81BAB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DF041-5EE3-2CE1-6688-75269BEEF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5"/>
            <a:ext cx="11029616" cy="704613"/>
          </a:xfrm>
        </p:spPr>
        <p:txBody>
          <a:bodyPr/>
          <a:lstStyle/>
          <a:p>
            <a:r>
              <a:rPr lang="en-US" dirty="0"/>
              <a:t>System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E3786-9DA4-BF41-269F-8C9D13BC9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406768"/>
            <a:ext cx="11029615" cy="4452031"/>
          </a:xfrm>
        </p:spPr>
        <p:txBody>
          <a:bodyPr/>
          <a:lstStyle/>
          <a:p>
            <a:r>
              <a:rPr lang="en-US" dirty="0"/>
              <a:t>To provide a digital platform for managing crime records .</a:t>
            </a:r>
          </a:p>
          <a:p>
            <a:r>
              <a:rPr lang="en-US" dirty="0"/>
              <a:t>To maintain accurate, consistent, and easily accessible crime data.</a:t>
            </a:r>
          </a:p>
          <a:p>
            <a:r>
              <a:rPr lang="en-US" dirty="0"/>
              <a:t>To enable user authentication and role-based functionality.</a:t>
            </a:r>
          </a:p>
          <a:p>
            <a:r>
              <a:rPr lang="en-US" dirty="0"/>
              <a:t>To simplify FIR registration and record retrieval .</a:t>
            </a:r>
          </a:p>
          <a:p>
            <a:r>
              <a:rPr lang="en-US" dirty="0"/>
              <a:t>To implement a robust, database-driven backend using Hibernate ORM.</a:t>
            </a:r>
          </a:p>
        </p:txBody>
      </p:sp>
    </p:spTree>
    <p:extLst>
      <p:ext uri="{BB962C8B-B14F-4D97-AF65-F5344CB8AC3E}">
        <p14:creationId xmlns:p14="http://schemas.microsoft.com/office/powerpoint/2010/main" val="1914427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D8084-9BFD-E79C-5E0F-ADC9554C2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9FB22-420F-C5F8-0E95-C868E67E0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18681"/>
          </a:xfrm>
        </p:spPr>
        <p:txBody>
          <a:bodyPr/>
          <a:lstStyle/>
          <a:p>
            <a:r>
              <a:rPr lang="en-US" dirty="0"/>
              <a:t> Technology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EFC65-5B83-17A5-6D74-E11EFBA54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603717"/>
            <a:ext cx="11029615" cy="425508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Category	Technology</a:t>
            </a:r>
          </a:p>
          <a:p>
            <a:r>
              <a:rPr lang="en-US" dirty="0"/>
              <a:t>Programming Language	Java 8</a:t>
            </a:r>
          </a:p>
          <a:p>
            <a:r>
              <a:rPr lang="en-US" dirty="0"/>
              <a:t>Database	MySQL 8.0</a:t>
            </a:r>
          </a:p>
          <a:p>
            <a:r>
              <a:rPr lang="en-US" dirty="0"/>
              <a:t>ORM Framework	Hibernate 5.6</a:t>
            </a:r>
          </a:p>
          <a:p>
            <a:r>
              <a:rPr lang="en-US" dirty="0"/>
              <a:t>Build Tool	Apache Maven IDE	</a:t>
            </a:r>
          </a:p>
          <a:p>
            <a:r>
              <a:rPr lang="en-US" dirty="0"/>
              <a:t>Eclipse / IntelliJ IDEA</a:t>
            </a:r>
          </a:p>
          <a:p>
            <a:r>
              <a:rPr lang="en-US" dirty="0"/>
              <a:t>Logging	Log4j</a:t>
            </a:r>
          </a:p>
          <a:p>
            <a:r>
              <a:rPr lang="en-US" dirty="0"/>
              <a:t>Architecture	MVC (Model–DAO–Service–Controller)</a:t>
            </a:r>
          </a:p>
        </p:txBody>
      </p:sp>
    </p:spTree>
    <p:extLst>
      <p:ext uri="{BB962C8B-B14F-4D97-AF65-F5344CB8AC3E}">
        <p14:creationId xmlns:p14="http://schemas.microsoft.com/office/powerpoint/2010/main" val="1304053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91C46-76A4-332B-C0D3-829D28FB7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160E7-6144-48D9-790D-3A156CDC6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04613"/>
          </a:xfrm>
        </p:spPr>
        <p:txBody>
          <a:bodyPr/>
          <a:lstStyle/>
          <a:p>
            <a:r>
              <a:rPr lang="en-US" dirty="0"/>
              <a:t> Flow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9607C-1BD9-A7B1-FC20-5C3A7D071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00664"/>
            <a:ext cx="11029615" cy="505733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1. User Authentication</a:t>
            </a:r>
          </a:p>
          <a:p>
            <a:r>
              <a:rPr lang="en-US" dirty="0"/>
              <a:t>Admin / Officer logs into the system.</a:t>
            </a:r>
          </a:p>
          <a:p>
            <a:r>
              <a:rPr lang="en-US" dirty="0"/>
              <a:t>Credentials validated via Hibernate queries.</a:t>
            </a:r>
          </a:p>
          <a:p>
            <a:pPr marL="0" indent="0">
              <a:buNone/>
            </a:pPr>
            <a:r>
              <a:rPr lang="en-US" dirty="0"/>
              <a:t>2. Admin Functionalities</a:t>
            </a:r>
          </a:p>
          <a:p>
            <a:r>
              <a:rPr lang="en-US" dirty="0"/>
              <a:t>Register new Admins or Officers.</a:t>
            </a:r>
          </a:p>
          <a:p>
            <a:r>
              <a:rPr lang="en-US" dirty="0"/>
              <a:t>Add, view, or delete Crimes, Victims, and Criminals.</a:t>
            </a:r>
          </a:p>
          <a:p>
            <a:r>
              <a:rPr lang="en-US" dirty="0"/>
              <a:t>Manage FIR records.</a:t>
            </a:r>
          </a:p>
          <a:p>
            <a:pPr marL="0" indent="0">
              <a:buNone/>
            </a:pPr>
            <a:r>
              <a:rPr lang="en-US" dirty="0"/>
              <a:t> 3. Officer Functionalities</a:t>
            </a:r>
          </a:p>
          <a:p>
            <a:r>
              <a:rPr lang="en-US" dirty="0"/>
              <a:t>View Crimes, Victims, Criminals.</a:t>
            </a:r>
          </a:p>
          <a:p>
            <a:r>
              <a:rPr lang="en-US" dirty="0"/>
              <a:t>File new FIRs linked to existing records.</a:t>
            </a:r>
          </a:p>
          <a:p>
            <a:r>
              <a:rPr lang="en-US" dirty="0"/>
              <a:t>View all FIRs filed.</a:t>
            </a:r>
          </a:p>
          <a:p>
            <a:pPr marL="0" indent="0">
              <a:buNone/>
            </a:pPr>
            <a:r>
              <a:rPr lang="en-US" dirty="0"/>
              <a:t> 4. Data Storage</a:t>
            </a:r>
          </a:p>
          <a:p>
            <a:r>
              <a:rPr lang="en-US" dirty="0"/>
              <a:t>All details stored in MySQL database via Hibernate ORM.</a:t>
            </a:r>
          </a:p>
          <a:p>
            <a:r>
              <a:rPr lang="en-US" dirty="0"/>
              <a:t>Hibernate automatically handles CRUD operations.</a:t>
            </a:r>
          </a:p>
        </p:txBody>
      </p:sp>
    </p:spTree>
    <p:extLst>
      <p:ext uri="{BB962C8B-B14F-4D97-AF65-F5344CB8AC3E}">
        <p14:creationId xmlns:p14="http://schemas.microsoft.com/office/powerpoint/2010/main" val="246494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1BFB9-037E-E482-252C-AC21D077E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D1D64-425A-E25B-6BAF-3648FCC6C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04613"/>
          </a:xfrm>
        </p:spPr>
        <p:txBody>
          <a:bodyPr/>
          <a:lstStyle/>
          <a:p>
            <a:r>
              <a:rPr lang="en-US" dirty="0"/>
              <a:t> 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863A6-8ADF-8478-1E74-5677B04F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49901"/>
            <a:ext cx="11029615" cy="483225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User (Console Input)      </a:t>
            </a:r>
          </a:p>
          <a:p>
            <a:pPr marL="0" indent="0">
              <a:buNone/>
            </a:pPr>
            <a:r>
              <a:rPr lang="en-US" dirty="0"/>
              <a:t>         │       </a:t>
            </a:r>
          </a:p>
          <a:p>
            <a:pPr marL="0" indent="0">
              <a:buNone/>
            </a:pPr>
            <a:r>
              <a:rPr lang="en-US" dirty="0"/>
              <a:t>         ▼ </a:t>
            </a:r>
          </a:p>
          <a:p>
            <a:pPr marL="0" indent="0">
              <a:buNone/>
            </a:pPr>
            <a:r>
              <a:rPr lang="en-US" dirty="0"/>
              <a:t>Controller Layer  →  Handles user interaction       </a:t>
            </a:r>
          </a:p>
          <a:p>
            <a:pPr marL="0" indent="0">
              <a:buNone/>
            </a:pPr>
            <a:r>
              <a:rPr lang="en-US" dirty="0"/>
              <a:t>         │       </a:t>
            </a:r>
          </a:p>
          <a:p>
            <a:pPr marL="0" indent="0">
              <a:buNone/>
            </a:pPr>
            <a:r>
              <a:rPr lang="en-US" dirty="0"/>
              <a:t>         ▼</a:t>
            </a:r>
          </a:p>
          <a:p>
            <a:pPr marL="0" indent="0">
              <a:buNone/>
            </a:pPr>
            <a:r>
              <a:rPr lang="en-US" dirty="0"/>
              <a:t> Service Layer     →  Applies business logic        </a:t>
            </a:r>
          </a:p>
          <a:p>
            <a:pPr marL="0" indent="0">
              <a:buNone/>
            </a:pPr>
            <a:r>
              <a:rPr lang="en-US" dirty="0"/>
              <a:t>         │       </a:t>
            </a:r>
          </a:p>
          <a:p>
            <a:pPr marL="0" indent="0">
              <a:buNone/>
            </a:pPr>
            <a:r>
              <a:rPr lang="en-US" dirty="0"/>
              <a:t>         ▼ </a:t>
            </a:r>
          </a:p>
          <a:p>
            <a:pPr marL="0" indent="0">
              <a:buNone/>
            </a:pPr>
            <a:r>
              <a:rPr lang="en-US" dirty="0"/>
              <a:t>DAO Layer         →  Communicates with database using Hibernate       </a:t>
            </a:r>
          </a:p>
          <a:p>
            <a:pPr marL="0" indent="0">
              <a:buNone/>
            </a:pPr>
            <a:r>
              <a:rPr lang="en-US" dirty="0"/>
              <a:t>        │        </a:t>
            </a:r>
          </a:p>
          <a:p>
            <a:pPr marL="0" indent="0">
              <a:buNone/>
            </a:pPr>
            <a:r>
              <a:rPr lang="en-US" dirty="0"/>
              <a:t>        ▼</a:t>
            </a:r>
          </a:p>
          <a:p>
            <a:pPr marL="0" indent="0">
              <a:buNone/>
            </a:pPr>
            <a:r>
              <a:rPr lang="en-US" dirty="0"/>
              <a:t> Database (MySQL)</a:t>
            </a:r>
          </a:p>
        </p:txBody>
      </p:sp>
    </p:spTree>
    <p:extLst>
      <p:ext uri="{BB962C8B-B14F-4D97-AF65-F5344CB8AC3E}">
        <p14:creationId xmlns:p14="http://schemas.microsoft.com/office/powerpoint/2010/main" val="3632026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98933-DB5A-987A-0B2A-CF990D4C2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3360F-ED4E-B4EA-7198-EF8494CE6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04613"/>
          </a:xfrm>
        </p:spPr>
        <p:txBody>
          <a:bodyPr/>
          <a:lstStyle/>
          <a:p>
            <a:r>
              <a:rPr lang="en-US" dirty="0"/>
              <a:t> Layered Components: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66370-03F6-97CA-7636-4DE8206D4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012876"/>
            <a:ext cx="11029615" cy="41499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Model: Entity classes like User, Crime, Victim, Criminal, FIR</a:t>
            </a:r>
          </a:p>
          <a:p>
            <a:pPr marL="0" indent="0">
              <a:buNone/>
            </a:pPr>
            <a:r>
              <a:rPr lang="en-US" dirty="0"/>
              <a:t>DAO: CRUD operations using Hibernate</a:t>
            </a:r>
          </a:p>
          <a:p>
            <a:pPr marL="0" indent="0">
              <a:buNone/>
            </a:pPr>
            <a:r>
              <a:rPr lang="en-US" dirty="0"/>
              <a:t>Service: Business logic (validation, linking entities)</a:t>
            </a:r>
          </a:p>
          <a:p>
            <a:pPr marL="0" indent="0">
              <a:buNone/>
            </a:pPr>
            <a:r>
              <a:rPr lang="en-US" dirty="0"/>
              <a:t>Controller: Console menus (Admin Controller, Officer Controller)</a:t>
            </a:r>
          </a:p>
        </p:txBody>
      </p:sp>
    </p:spTree>
    <p:extLst>
      <p:ext uri="{BB962C8B-B14F-4D97-AF65-F5344CB8AC3E}">
        <p14:creationId xmlns:p14="http://schemas.microsoft.com/office/powerpoint/2010/main" val="928742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6CA6E-1D55-34B4-7221-C657F8B91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5C843-0459-B450-07EA-35DBA4BC8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04613"/>
          </a:xfrm>
        </p:spPr>
        <p:txBody>
          <a:bodyPr/>
          <a:lstStyle/>
          <a:p>
            <a:r>
              <a:rPr lang="en-US" dirty="0"/>
              <a:t> Modules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DAEF9-0373-C09E-718E-EBAC81984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49901"/>
            <a:ext cx="11029615" cy="50573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User Module</a:t>
            </a:r>
          </a:p>
          <a:p>
            <a:pPr marL="0" indent="0">
              <a:buNone/>
            </a:pPr>
            <a:r>
              <a:rPr lang="en-US" dirty="0"/>
              <a:t>Login and registration for Admin and Officer roles.</a:t>
            </a:r>
          </a:p>
          <a:p>
            <a:pPr marL="0" indent="0">
              <a:buNone/>
            </a:pPr>
            <a:r>
              <a:rPr lang="en-US" dirty="0"/>
              <a:t>Role-based access control.</a:t>
            </a:r>
          </a:p>
          <a:p>
            <a:pPr marL="0" indent="0">
              <a:buNone/>
            </a:pPr>
            <a:r>
              <a:rPr lang="en-US" b="1" dirty="0"/>
              <a:t> Crime Module</a:t>
            </a:r>
          </a:p>
          <a:p>
            <a:pPr marL="0" indent="0">
              <a:buNone/>
            </a:pPr>
            <a:r>
              <a:rPr lang="en-US" dirty="0"/>
              <a:t>Add, update, and view details of crimes.</a:t>
            </a:r>
          </a:p>
          <a:p>
            <a:pPr marL="0" indent="0">
              <a:buNone/>
            </a:pPr>
            <a:r>
              <a:rPr lang="en-US" b="1" dirty="0"/>
              <a:t>Victim Module</a:t>
            </a:r>
          </a:p>
          <a:p>
            <a:pPr marL="0" indent="0">
              <a:buNone/>
            </a:pPr>
            <a:r>
              <a:rPr lang="en-US" dirty="0"/>
              <a:t>Manage victim details (name, gender, age, address).</a:t>
            </a:r>
          </a:p>
          <a:p>
            <a:pPr marL="0" indent="0">
              <a:buNone/>
            </a:pPr>
            <a:r>
              <a:rPr lang="en-US" b="1" dirty="0"/>
              <a:t>Criminal Module</a:t>
            </a:r>
          </a:p>
          <a:p>
            <a:pPr marL="0" indent="0">
              <a:buNone/>
            </a:pPr>
            <a:r>
              <a:rPr lang="en-US" dirty="0"/>
              <a:t>Store and track criminal information and past crime records.</a:t>
            </a:r>
          </a:p>
          <a:p>
            <a:pPr marL="0" indent="0">
              <a:buNone/>
            </a:pPr>
            <a:r>
              <a:rPr lang="en-US" b="1" dirty="0"/>
              <a:t> FIR Module</a:t>
            </a:r>
          </a:p>
          <a:p>
            <a:pPr marL="0" indent="0">
              <a:buNone/>
            </a:pPr>
            <a:r>
              <a:rPr lang="en-US" dirty="0"/>
              <a:t>File new FIRs linking crime, victim, and criminal .</a:t>
            </a:r>
          </a:p>
          <a:p>
            <a:pPr marL="0" indent="0">
              <a:buNone/>
            </a:pPr>
            <a:r>
              <a:rPr lang="en-US" dirty="0"/>
              <a:t>Retrieve FIR reports for investigation.</a:t>
            </a:r>
          </a:p>
        </p:txBody>
      </p:sp>
    </p:spTree>
    <p:extLst>
      <p:ext uri="{BB962C8B-B14F-4D97-AF65-F5344CB8AC3E}">
        <p14:creationId xmlns:p14="http://schemas.microsoft.com/office/powerpoint/2010/main" val="3022753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D25D7-40CE-E810-AF28-82BBC5D4A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02EFC-9DFF-F540-26E4-D08010A2D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04613"/>
          </a:xfrm>
        </p:spPr>
        <p:txBody>
          <a:bodyPr/>
          <a:lstStyle/>
          <a:p>
            <a:r>
              <a:rPr lang="en-US" dirty="0"/>
              <a:t> Database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77DA5-F935-70E3-EEEE-9F4A7AD0F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24222"/>
            <a:ext cx="11029615" cy="4346916"/>
          </a:xfrm>
        </p:spPr>
        <p:txBody>
          <a:bodyPr>
            <a:normAutofit/>
          </a:bodyPr>
          <a:lstStyle/>
          <a:p>
            <a:r>
              <a:rPr lang="en-US" b="1" dirty="0"/>
              <a:t>users</a:t>
            </a:r>
            <a:r>
              <a:rPr lang="en-US" dirty="0"/>
              <a:t>	Stores Admin &amp; Officer credentials</a:t>
            </a:r>
          </a:p>
          <a:p>
            <a:r>
              <a:rPr lang="en-US" b="1" dirty="0"/>
              <a:t>crimes</a:t>
            </a:r>
            <a:r>
              <a:rPr lang="en-US" dirty="0"/>
              <a:t>	Contains crime type, location, date</a:t>
            </a:r>
          </a:p>
          <a:p>
            <a:r>
              <a:rPr lang="en-US" b="1" dirty="0"/>
              <a:t>victims</a:t>
            </a:r>
            <a:r>
              <a:rPr lang="en-US" dirty="0"/>
              <a:t>	Details of victims</a:t>
            </a:r>
          </a:p>
          <a:p>
            <a:r>
              <a:rPr lang="en-US" b="1" dirty="0"/>
              <a:t>criminals</a:t>
            </a:r>
            <a:r>
              <a:rPr lang="en-US" dirty="0"/>
              <a:t>	Information on criminals</a:t>
            </a:r>
          </a:p>
          <a:p>
            <a:r>
              <a:rPr lang="en-US" b="1" dirty="0"/>
              <a:t>firs</a:t>
            </a:r>
            <a:r>
              <a:rPr lang="en-US" dirty="0"/>
              <a:t>	Links crimes, victims, and criminals together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Relationships:</a:t>
            </a:r>
            <a:r>
              <a:rPr lang="en-US" dirty="0" err="1"/>
              <a:t>One</a:t>
            </a:r>
            <a:r>
              <a:rPr lang="en-US" dirty="0"/>
              <a:t> FIR → One </a:t>
            </a:r>
            <a:r>
              <a:rPr lang="en-US" dirty="0" err="1"/>
              <a:t>CrimeOne</a:t>
            </a:r>
            <a:r>
              <a:rPr lang="en-US" dirty="0"/>
              <a:t> FIR → One </a:t>
            </a:r>
            <a:r>
              <a:rPr lang="en-US" dirty="0" err="1"/>
              <a:t>VictimOne</a:t>
            </a:r>
            <a:r>
              <a:rPr lang="en-US" dirty="0"/>
              <a:t> FIR → One Criminal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208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4FE78-A81E-EFA8-BC02-31298C031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66282-1FDF-4540-5A81-1AB5845D9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04613"/>
          </a:xfrm>
        </p:spPr>
        <p:txBody>
          <a:bodyPr/>
          <a:lstStyle/>
          <a:p>
            <a:r>
              <a:rPr lang="en-US" dirty="0"/>
              <a:t>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42223-4648-8A82-470A-291CA73AB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49901"/>
            <a:ext cx="11029615" cy="3903785"/>
          </a:xfrm>
        </p:spPr>
        <p:txBody>
          <a:bodyPr>
            <a:normAutofit/>
          </a:bodyPr>
          <a:lstStyle/>
          <a:p>
            <a:r>
              <a:rPr lang="en-US" dirty="0"/>
              <a:t>The Crime Records Management System provides an efficient and secure way to manage criminal records digitally.</a:t>
            </a:r>
          </a:p>
          <a:p>
            <a:r>
              <a:rPr lang="en-US" dirty="0"/>
              <a:t>By automating data management and retrieval, it enhances productivity, reduces manual work, and ensures data accuracy.</a:t>
            </a:r>
          </a:p>
          <a:p>
            <a:r>
              <a:rPr lang="en-US" dirty="0"/>
              <a:t>This project demonstrates practical implementation of Java, Hibernate ORM, and MySQL integration — forming a solid backend foundation for future web-based expansion.</a:t>
            </a:r>
          </a:p>
        </p:txBody>
      </p:sp>
    </p:spTree>
    <p:extLst>
      <p:ext uri="{BB962C8B-B14F-4D97-AF65-F5344CB8AC3E}">
        <p14:creationId xmlns:p14="http://schemas.microsoft.com/office/powerpoint/2010/main" val="965498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94596-BD9F-1AD4-6115-669E72879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A6471-EC0F-A8DB-3B54-3C4E524A2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04613"/>
          </a:xfrm>
        </p:spPr>
        <p:txBody>
          <a:bodyPr/>
          <a:lstStyle/>
          <a:p>
            <a:r>
              <a:rPr lang="en-US" dirty="0"/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CF4CC-C30D-97EE-4D03-AFB1E8A09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94560"/>
            <a:ext cx="11029615" cy="34043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🔹 Web Version: Convert the console app into a Spring Boot + ReactJS web application.</a:t>
            </a:r>
          </a:p>
          <a:p>
            <a:pPr marL="0" indent="0">
              <a:buNone/>
            </a:pPr>
            <a:r>
              <a:rPr lang="en-US" dirty="0"/>
              <a:t>🔹 Data Encryption: Encrypt user credentials and sensitive FIR data.</a:t>
            </a:r>
          </a:p>
          <a:p>
            <a:pPr marL="0" indent="0">
              <a:buNone/>
            </a:pPr>
            <a:r>
              <a:rPr lang="en-US" dirty="0"/>
              <a:t>🔹 Search &amp; Filter: Implement advanced search for crimes by type, date, or location.</a:t>
            </a:r>
          </a:p>
          <a:p>
            <a:pPr marL="0" indent="0">
              <a:buNone/>
            </a:pPr>
            <a:r>
              <a:rPr lang="en-US" dirty="0"/>
              <a:t>🔹 PDF Reports: Generate printable FIR and crime summary reports.</a:t>
            </a:r>
          </a:p>
          <a:p>
            <a:pPr marL="0" indent="0">
              <a:buNone/>
            </a:pPr>
            <a:r>
              <a:rPr lang="en-US" dirty="0"/>
              <a:t>🔹 Cloud Integration: Host database and app on cloud (AWS / Azure).</a:t>
            </a:r>
          </a:p>
          <a:p>
            <a:pPr marL="0" indent="0">
              <a:buNone/>
            </a:pPr>
            <a:r>
              <a:rPr lang="en-US" dirty="0"/>
              <a:t>🔹 Role Extension: Add Police Station Admin and Investigation Officer roles.</a:t>
            </a:r>
          </a:p>
        </p:txBody>
      </p:sp>
    </p:spTree>
    <p:extLst>
      <p:ext uri="{BB962C8B-B14F-4D97-AF65-F5344CB8AC3E}">
        <p14:creationId xmlns:p14="http://schemas.microsoft.com/office/powerpoint/2010/main" val="1121533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>
            <a:normAutofit/>
          </a:bodyPr>
          <a:lstStyle/>
          <a:p>
            <a:endParaRPr lang="en-US" dirty="0">
              <a:solidFill>
                <a:schemeClr val="bg2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91575F-4C21-47C4-8D13-EB9BE66B536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44</TotalTime>
  <Words>894</Words>
  <Application>Microsoft Office PowerPoint</Application>
  <PresentationFormat>Widescreen</PresentationFormat>
  <Paragraphs>114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Calibri</vt:lpstr>
      <vt:lpstr>Gill Sans MT</vt:lpstr>
      <vt:lpstr>Wingdings 2</vt:lpstr>
      <vt:lpstr>Custom</vt:lpstr>
      <vt:lpstr>Crime Records Management System</vt:lpstr>
      <vt:lpstr>Table of Contents</vt:lpstr>
      <vt:lpstr>Problem Statement</vt:lpstr>
      <vt:lpstr> Abstract</vt:lpstr>
      <vt:lpstr> Introduction</vt:lpstr>
      <vt:lpstr>System Objectives</vt:lpstr>
      <vt:lpstr> Technology Used</vt:lpstr>
      <vt:lpstr> Flow of the Project</vt:lpstr>
      <vt:lpstr> System Architecture</vt:lpstr>
      <vt:lpstr> Layered Components:</vt:lpstr>
      <vt:lpstr> Modules Description</vt:lpstr>
      <vt:lpstr> Database Design</vt:lpstr>
      <vt:lpstr> Conclusion</vt:lpstr>
      <vt:lpstr>Future Enhancements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ELCOT</dc:creator>
  <cp:lastModifiedBy>ELCOT</cp:lastModifiedBy>
  <cp:revision>1</cp:revision>
  <dcterms:created xsi:type="dcterms:W3CDTF">2025-11-17T17:14:50Z</dcterms:created>
  <dcterms:modified xsi:type="dcterms:W3CDTF">2025-11-17T17:59:15Z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